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6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6" y="3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2B08-EA24-7FEB-2C2D-5B7C6D28F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B5031-5EEF-8DD5-F901-2E1972A05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90658-AC4B-B03F-CA55-3D559404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67554-8599-9607-AAB5-4867D3BF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144E3-8DD4-3032-24A7-F6B1E8D0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55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D3F6-EA82-AADD-AF6D-84C8F40A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B5477-C0D8-F199-43D3-694B0A22B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97F30-1B01-5DFD-869B-DEABC3F51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F5520-F5FA-D146-5758-45F9B8C30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6A039-DF81-8F34-0CDD-5B987738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310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E017-A0C1-64D2-1EFD-CD6AB8B17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1B56C-FB3C-6994-44F0-D7A4A7324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87550-2DCF-853F-DBF4-EE6B121E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D89A7-0464-D7F5-6ACF-567E9E3D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51DA9-97A9-9154-E439-36B6D752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31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5BFE-EB04-1076-A647-CE27275B6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BB3B-2E50-B04A-2A2E-5A9990ACA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CD532-26C1-18FB-4BEF-02136A806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D92E-75FD-9BA2-C389-68041185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1B283-5368-36E5-F0E0-D63413A3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432A8-56CB-16CB-B219-7C06B8E5F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22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4B02-523F-2935-EA4A-F04710275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1C019-B170-57CD-A8EB-B2DB1387B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9A85E-32A4-6E15-A302-178C796B4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E91F4-5C79-2636-F141-2090BAFF0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FD1866-BD2E-D2F7-05CF-BF99F9009F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64AAF-8D14-4054-5E22-5B29658B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27B84-5388-BCF8-9524-651736B9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FDE4D8-84DA-F82F-5F40-1ABEDA84D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84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1DC4-C938-7C26-5637-F1087DA17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A01BB-2B3C-F255-EA79-4B47E3988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51954-7F96-51B7-96F4-CA3CC713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1C3F1-DFEB-DDBC-C6DF-5BFB2D86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38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CB840-02BD-C908-E524-22B064DF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2AC30F-7327-5DC3-5784-DF65FF1A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C2451-96E4-0BA3-A22A-465953C4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FE1F-9B81-2322-F558-E7B4AA77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A4FDE-99C6-F677-69E0-E6731058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ED029-65AE-5459-F948-789547F4F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3CC4A-6F31-13D5-C72A-E39938E8D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92387-484A-C386-B21B-0CB0EEE23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05A74-F5DB-70E9-614F-2F6BC963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65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B068-024C-2A57-CCCC-D533476D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2FF13A-7102-EF3B-5753-FACB82664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12498-7B34-99E1-197B-2236875C2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7DE9D-ED6E-C9C9-CCDA-CB1586DD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2AFA8-21E3-2392-32DD-63ADEEF5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C27E2-56CC-02B5-EF10-5EAD89EA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75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E0ABD-7B91-DE99-3FC4-2A1CBAAD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25DC39-D52E-4452-D3BA-7D1E7CD14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5498D-5AB6-FA82-15FE-0C0B5426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C019-5EE1-C169-3530-989303FE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FC82-AF44-05DB-D7E3-905DA016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07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652C-41E4-6DA5-CB25-EF652F3F3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4C7D6-185D-E064-D524-8D65C630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B58CA-0135-3CAA-F17C-A10D2F94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A491A-8BE8-F971-B5BB-206B3A9F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D6CB3-7C7C-F31A-0D96-AB2EDD60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23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A4F9C-4429-331B-8B8B-3B47D3C50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F8FCF-A550-A539-A55D-C3942FAAF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1A837-E13D-561B-1870-C9A61A7B7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3A57C-03BA-4B61-AE4A-2D7B848FC89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8174D-7B97-AC92-CC72-AF9A80088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A1E20-E05C-6A02-C677-AB4296052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F8A32-5F26-455D-B0D5-DD7A28D9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01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AFE60BFD-BCC6-B157-33CF-D5FD9BA91020}"/>
              </a:ext>
            </a:extLst>
          </p:cNvPr>
          <p:cNvGrpSpPr/>
          <p:nvPr/>
        </p:nvGrpSpPr>
        <p:grpSpPr>
          <a:xfrm>
            <a:off x="99614" y="465482"/>
            <a:ext cx="9844638" cy="5253493"/>
            <a:chOff x="99614" y="465482"/>
            <a:chExt cx="9844638" cy="5253493"/>
          </a:xfrm>
        </p:grpSpPr>
        <p:pic>
          <p:nvPicPr>
            <p:cNvPr id="5" name="Picture 4" descr="Diagram of a diagram of a diagram&#10;&#10;AI-generated content may be incorrect.">
              <a:extLst>
                <a:ext uri="{FF2B5EF4-FFF2-40B4-BE49-F238E27FC236}">
                  <a16:creationId xmlns:a16="http://schemas.microsoft.com/office/drawing/2014/main" id="{8FAD5090-B465-B84E-D905-232E2BA6D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14" y="1758574"/>
              <a:ext cx="4424941" cy="3960401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C3590B4-26E7-47F9-B5BF-2D3FB85AD51D}"/>
                </a:ext>
              </a:extLst>
            </p:cNvPr>
            <p:cNvGrpSpPr/>
            <p:nvPr/>
          </p:nvGrpSpPr>
          <p:grpSpPr>
            <a:xfrm>
              <a:off x="4617071" y="2218265"/>
              <a:ext cx="2218925" cy="1374554"/>
              <a:chOff x="4617071" y="2232935"/>
              <a:chExt cx="2218925" cy="137455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76BEC1D-6AC7-47D1-E5A4-79BF7B4A8AE9}"/>
                  </a:ext>
                </a:extLst>
              </p:cNvPr>
              <p:cNvSpPr/>
              <p:nvPr/>
            </p:nvSpPr>
            <p:spPr>
              <a:xfrm>
                <a:off x="4617072" y="2591526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dirty="0"/>
                  <a:t>Thickness:1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79252D-6A8F-5E23-AD2B-287FF5BDD8C7}"/>
                  </a:ext>
                </a:extLst>
              </p:cNvPr>
              <p:cNvSpPr/>
              <p:nvPr/>
            </p:nvSpPr>
            <p:spPr>
              <a:xfrm>
                <a:off x="4617073" y="2954599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GB" dirty="0"/>
                  <a:t>SLD:1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54CE8AA-E6EC-7C74-ECFD-2B0D87BD5509}"/>
                  </a:ext>
                </a:extLst>
              </p:cNvPr>
              <p:cNvSpPr/>
              <p:nvPr/>
            </p:nvSpPr>
            <p:spPr>
              <a:xfrm>
                <a:off x="4617073" y="2232935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GB" dirty="0"/>
                  <a:t>Roughness:0-1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5625AF8-48A6-772C-4426-02C22EBA7E54}"/>
                  </a:ext>
                </a:extLst>
              </p:cNvPr>
              <p:cNvSpPr/>
              <p:nvPr/>
            </p:nvSpPr>
            <p:spPr>
              <a:xfrm>
                <a:off x="4617071" y="3306982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GB" dirty="0"/>
                  <a:t>hydration:1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F27861C-41B6-03BD-606E-BFA1AC1E8127}"/>
                </a:ext>
              </a:extLst>
            </p:cNvPr>
            <p:cNvGrpSpPr/>
            <p:nvPr/>
          </p:nvGrpSpPr>
          <p:grpSpPr>
            <a:xfrm>
              <a:off x="4617072" y="3738774"/>
              <a:ext cx="2218924" cy="452982"/>
              <a:chOff x="4617072" y="2232935"/>
              <a:chExt cx="2218924" cy="103561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43B18E5-B835-476F-EB9A-6CA4304FB524}"/>
                  </a:ext>
                </a:extLst>
              </p:cNvPr>
              <p:cNvSpPr/>
              <p:nvPr/>
            </p:nvSpPr>
            <p:spPr>
              <a:xfrm>
                <a:off x="4617072" y="2600490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dirty="0"/>
                  <a:t>Thickness:2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868C586-7607-8306-C82E-CFDAFCF1DBDA}"/>
                  </a:ext>
                </a:extLst>
              </p:cNvPr>
              <p:cNvSpPr/>
              <p:nvPr/>
            </p:nvSpPr>
            <p:spPr>
              <a:xfrm>
                <a:off x="4617073" y="2968045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GB" dirty="0"/>
                  <a:t>SLD:2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A6647DC-7CEE-BC33-714B-BE31EB8E5E43}"/>
                  </a:ext>
                </a:extLst>
              </p:cNvPr>
              <p:cNvSpPr/>
              <p:nvPr/>
            </p:nvSpPr>
            <p:spPr>
              <a:xfrm>
                <a:off x="4617073" y="2232935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GB" dirty="0"/>
                  <a:t>Roughness:</a:t>
                </a:r>
                <a:r>
                  <a:rPr lang="en-GB" sz="1600" dirty="0"/>
                  <a:t>1-2</a:t>
                </a:r>
                <a:endParaRPr lang="en-GB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F61835D-0974-3716-EA1A-78C1C411F7BC}"/>
                </a:ext>
              </a:extLst>
            </p:cNvPr>
            <p:cNvGrpSpPr/>
            <p:nvPr/>
          </p:nvGrpSpPr>
          <p:grpSpPr>
            <a:xfrm>
              <a:off x="4631428" y="4354904"/>
              <a:ext cx="2225448" cy="1291499"/>
              <a:chOff x="4631428" y="4354904"/>
              <a:chExt cx="2225448" cy="129149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5BDC73-0204-41DE-00C3-075E416FD4EA}"/>
                  </a:ext>
                </a:extLst>
              </p:cNvPr>
              <p:cNvSpPr/>
              <p:nvPr/>
            </p:nvSpPr>
            <p:spPr>
              <a:xfrm>
                <a:off x="4635096" y="5345896"/>
                <a:ext cx="2218923" cy="300507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solidFill>
                  <a:schemeClr val="accent1">
                    <a:shade val="1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dirty="0"/>
                  <a:t>Thickness = 0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09FB5D4-2FE2-8654-4B43-23C40A69498E}"/>
                  </a:ext>
                </a:extLst>
              </p:cNvPr>
              <p:cNvSpPr/>
              <p:nvPr/>
            </p:nvSpPr>
            <p:spPr>
              <a:xfrm>
                <a:off x="4631428" y="4815841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GB" dirty="0"/>
                  <a:t>SLD-Out:3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02BFBA0-D743-9319-06ED-6AEA51F76F4D}"/>
                  </a:ext>
                </a:extLst>
              </p:cNvPr>
              <p:cNvSpPr/>
              <p:nvPr/>
            </p:nvSpPr>
            <p:spPr>
              <a:xfrm>
                <a:off x="4637953" y="4354904"/>
                <a:ext cx="2218923" cy="41362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GB" dirty="0"/>
                  <a:t>Roughness:</a:t>
                </a:r>
                <a:r>
                  <a:rPr lang="en-GB" sz="1600" dirty="0"/>
                  <a:t>2-3 </a:t>
                </a:r>
              </a:p>
              <a:p>
                <a:r>
                  <a:rPr lang="en-GB" sz="1600" dirty="0"/>
                  <a:t>(Substrate roughness)</a:t>
                </a:r>
                <a:endParaRPr lang="en-GB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113A0C-3D18-AC1F-95F0-3D7BE534FCDD}"/>
                  </a:ext>
                </a:extLst>
              </p:cNvPr>
              <p:cNvSpPr/>
              <p:nvPr/>
            </p:nvSpPr>
            <p:spPr>
              <a:xfrm>
                <a:off x="4637952" y="5162571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GB"/>
                  <a:t>hydration:</a:t>
                </a:r>
                <a:r>
                  <a:rPr lang="en-GB" dirty="0"/>
                  <a:t>3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05474C2-48F7-7B75-3E91-9FB9740B9752}"/>
                </a:ext>
              </a:extLst>
            </p:cNvPr>
            <p:cNvGrpSpPr/>
            <p:nvPr/>
          </p:nvGrpSpPr>
          <p:grpSpPr>
            <a:xfrm>
              <a:off x="4617072" y="1156683"/>
              <a:ext cx="2218924" cy="668062"/>
              <a:chOff x="4617072" y="2600490"/>
              <a:chExt cx="2218924" cy="66806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C93C2CE-8EED-D123-53F9-DE321702EA41}"/>
                  </a:ext>
                </a:extLst>
              </p:cNvPr>
              <p:cNvSpPr/>
              <p:nvPr/>
            </p:nvSpPr>
            <p:spPr>
              <a:xfrm>
                <a:off x="4617072" y="2600490"/>
                <a:ext cx="2218923" cy="300507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dirty="0"/>
                  <a:t>Thickness = 0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7E6E3C6-C113-8C0D-AD31-48833658D176}"/>
                  </a:ext>
                </a:extLst>
              </p:cNvPr>
              <p:cNvSpPr/>
              <p:nvPr/>
            </p:nvSpPr>
            <p:spPr>
              <a:xfrm>
                <a:off x="4617073" y="2968045"/>
                <a:ext cx="2218923" cy="3005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GB" dirty="0"/>
                  <a:t>SLD-In:          0</a:t>
                </a:r>
              </a:p>
            </p:txBody>
          </p: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F5B6745-B9E4-C666-072C-EB0AE0F03021}"/>
                </a:ext>
              </a:extLst>
            </p:cNvPr>
            <p:cNvCxnSpPr>
              <a:cxnSpLocks/>
            </p:cNvCxnSpPr>
            <p:nvPr/>
          </p:nvCxnSpPr>
          <p:spPr>
            <a:xfrm>
              <a:off x="4524555" y="1095730"/>
              <a:ext cx="0" cy="454266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0345DE6-431C-ECAF-F293-8D3F8846CBB8}"/>
                </a:ext>
              </a:extLst>
            </p:cNvPr>
            <p:cNvCxnSpPr>
              <a:cxnSpLocks/>
            </p:cNvCxnSpPr>
            <p:nvPr/>
          </p:nvCxnSpPr>
          <p:spPr>
            <a:xfrm>
              <a:off x="6970277" y="1095730"/>
              <a:ext cx="0" cy="454266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8B6049B-4C93-8738-C989-A60BEB1ABEBE}"/>
                </a:ext>
              </a:extLst>
            </p:cNvPr>
            <p:cNvCxnSpPr>
              <a:cxnSpLocks/>
            </p:cNvCxnSpPr>
            <p:nvPr/>
          </p:nvCxnSpPr>
          <p:spPr>
            <a:xfrm>
              <a:off x="4524555" y="1926597"/>
              <a:ext cx="2445721" cy="154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2A03079-503B-D99A-E2A3-A6C7B3A45CAD}"/>
                </a:ext>
              </a:extLst>
            </p:cNvPr>
            <p:cNvCxnSpPr>
              <a:cxnSpLocks/>
            </p:cNvCxnSpPr>
            <p:nvPr/>
          </p:nvCxnSpPr>
          <p:spPr>
            <a:xfrm>
              <a:off x="4529445" y="3662088"/>
              <a:ext cx="2445721" cy="154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71985D1-3F2D-536D-9654-9A68DE4EF4FC}"/>
                </a:ext>
              </a:extLst>
            </p:cNvPr>
            <p:cNvCxnSpPr>
              <a:cxnSpLocks/>
            </p:cNvCxnSpPr>
            <p:nvPr/>
          </p:nvCxnSpPr>
          <p:spPr>
            <a:xfrm>
              <a:off x="4534335" y="4277807"/>
              <a:ext cx="2445721" cy="154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Left Brace 38">
              <a:extLst>
                <a:ext uri="{FF2B5EF4-FFF2-40B4-BE49-F238E27FC236}">
                  <a16:creationId xmlns:a16="http://schemas.microsoft.com/office/drawing/2014/main" id="{97140ED2-1D03-AC1C-0537-04BA91123838}"/>
                </a:ext>
              </a:extLst>
            </p:cNvPr>
            <p:cNvSpPr/>
            <p:nvPr/>
          </p:nvSpPr>
          <p:spPr>
            <a:xfrm rot="5400000">
              <a:off x="5613965" y="-270279"/>
              <a:ext cx="266903" cy="2445722"/>
            </a:xfrm>
            <a:prstGeom prst="leftBrace">
              <a:avLst>
                <a:gd name="adj1" fmla="val 8333"/>
                <a:gd name="adj2" fmla="val 4829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188AD4A-29DF-2F44-5303-DE07ECC7E362}"/>
                </a:ext>
              </a:extLst>
            </p:cNvPr>
            <p:cNvSpPr txBox="1"/>
            <p:nvPr/>
          </p:nvSpPr>
          <p:spPr>
            <a:xfrm>
              <a:off x="5207680" y="465482"/>
              <a:ext cx="1208408" cy="369332"/>
            </a:xfrm>
            <a:prstGeom prst="rect">
              <a:avLst/>
            </a:prstGeom>
            <a:noFill/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Properties</a:t>
              </a:r>
            </a:p>
          </p:txBody>
        </p:sp>
        <p:sp>
          <p:nvSpPr>
            <p:cNvPr id="41" name="Left Brace 40">
              <a:extLst>
                <a:ext uri="{FF2B5EF4-FFF2-40B4-BE49-F238E27FC236}">
                  <a16:creationId xmlns:a16="http://schemas.microsoft.com/office/drawing/2014/main" id="{B0EF802B-7D0E-1656-1319-0F7937ABCFD4}"/>
                </a:ext>
              </a:extLst>
            </p:cNvPr>
            <p:cNvSpPr/>
            <p:nvPr/>
          </p:nvSpPr>
          <p:spPr>
            <a:xfrm rot="10800000">
              <a:off x="7013890" y="1086033"/>
              <a:ext cx="266903" cy="855232"/>
            </a:xfrm>
            <a:prstGeom prst="leftBrace">
              <a:avLst>
                <a:gd name="adj1" fmla="val 8333"/>
                <a:gd name="adj2" fmla="val 4829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Left Brace 41">
              <a:extLst>
                <a:ext uri="{FF2B5EF4-FFF2-40B4-BE49-F238E27FC236}">
                  <a16:creationId xmlns:a16="http://schemas.microsoft.com/office/drawing/2014/main" id="{B4ACDC91-A79C-EE09-B42D-8CBE48EDAE8B}"/>
                </a:ext>
              </a:extLst>
            </p:cNvPr>
            <p:cNvSpPr/>
            <p:nvPr/>
          </p:nvSpPr>
          <p:spPr>
            <a:xfrm rot="10800000">
              <a:off x="7020212" y="1941265"/>
              <a:ext cx="266903" cy="1736308"/>
            </a:xfrm>
            <a:prstGeom prst="leftBrace">
              <a:avLst>
                <a:gd name="adj1" fmla="val 8333"/>
                <a:gd name="adj2" fmla="val 4829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Left Brace 42">
              <a:extLst>
                <a:ext uri="{FF2B5EF4-FFF2-40B4-BE49-F238E27FC236}">
                  <a16:creationId xmlns:a16="http://schemas.microsoft.com/office/drawing/2014/main" id="{30B4E0B2-BB88-296E-325E-EBD5EB050874}"/>
                </a:ext>
              </a:extLst>
            </p:cNvPr>
            <p:cNvSpPr/>
            <p:nvPr/>
          </p:nvSpPr>
          <p:spPr>
            <a:xfrm rot="10800000">
              <a:off x="7013889" y="3677573"/>
              <a:ext cx="266903" cy="615719"/>
            </a:xfrm>
            <a:prstGeom prst="leftBrace">
              <a:avLst>
                <a:gd name="adj1" fmla="val 8333"/>
                <a:gd name="adj2" fmla="val 4829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Left Brace 43">
              <a:extLst>
                <a:ext uri="{FF2B5EF4-FFF2-40B4-BE49-F238E27FC236}">
                  <a16:creationId xmlns:a16="http://schemas.microsoft.com/office/drawing/2014/main" id="{1E5AC417-636E-8017-C415-77F754FCE6D0}"/>
                </a:ext>
              </a:extLst>
            </p:cNvPr>
            <p:cNvSpPr/>
            <p:nvPr/>
          </p:nvSpPr>
          <p:spPr>
            <a:xfrm rot="10800000">
              <a:off x="7007565" y="4308772"/>
              <a:ext cx="266903" cy="1187377"/>
            </a:xfrm>
            <a:prstGeom prst="leftBrace">
              <a:avLst>
                <a:gd name="adj1" fmla="val 8333"/>
                <a:gd name="adj2" fmla="val 4829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DE49990-ED80-400A-A198-E221B15325E3}"/>
                </a:ext>
              </a:extLst>
            </p:cNvPr>
            <p:cNvSpPr txBox="1"/>
            <p:nvPr/>
          </p:nvSpPr>
          <p:spPr>
            <a:xfrm>
              <a:off x="7287115" y="1350013"/>
              <a:ext cx="1776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Bulk-in (Layer 0)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F67C67A-E47E-616C-1E24-192C18C476DF}"/>
                </a:ext>
              </a:extLst>
            </p:cNvPr>
            <p:cNvSpPr txBox="1"/>
            <p:nvPr/>
          </p:nvSpPr>
          <p:spPr>
            <a:xfrm>
              <a:off x="7283035" y="2631961"/>
              <a:ext cx="89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Layer 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3341BDB-6EF0-E74A-A798-F50403A1B9E1}"/>
                </a:ext>
              </a:extLst>
            </p:cNvPr>
            <p:cNvSpPr txBox="1"/>
            <p:nvPr/>
          </p:nvSpPr>
          <p:spPr>
            <a:xfrm>
              <a:off x="7308295" y="3796549"/>
              <a:ext cx="89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Layer 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205B101-35AF-920C-D793-C2029B5DB48D}"/>
                </a:ext>
              </a:extLst>
            </p:cNvPr>
            <p:cNvSpPr txBox="1"/>
            <p:nvPr/>
          </p:nvSpPr>
          <p:spPr>
            <a:xfrm>
              <a:off x="7289545" y="4726418"/>
              <a:ext cx="20140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Bulk-Out (Layer 3 )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8E33E4F-DE61-C5B6-CCF9-C9D6F9FCFCE8}"/>
                </a:ext>
              </a:extLst>
            </p:cNvPr>
            <p:cNvCxnSpPr>
              <a:cxnSpLocks/>
            </p:cNvCxnSpPr>
            <p:nvPr/>
          </p:nvCxnSpPr>
          <p:spPr>
            <a:xfrm>
              <a:off x="9254639" y="1062316"/>
              <a:ext cx="0" cy="454266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Left Brace 49">
              <a:extLst>
                <a:ext uri="{FF2B5EF4-FFF2-40B4-BE49-F238E27FC236}">
                  <a16:creationId xmlns:a16="http://schemas.microsoft.com/office/drawing/2014/main" id="{52F3D989-7646-3815-073A-E4DB48D74795}"/>
                </a:ext>
              </a:extLst>
            </p:cNvPr>
            <p:cNvSpPr/>
            <p:nvPr/>
          </p:nvSpPr>
          <p:spPr>
            <a:xfrm rot="5400000">
              <a:off x="7991233" y="-191228"/>
              <a:ext cx="266903" cy="2259913"/>
            </a:xfrm>
            <a:prstGeom prst="leftBrace">
              <a:avLst>
                <a:gd name="adj1" fmla="val 8333"/>
                <a:gd name="adj2" fmla="val 4829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D7DBD2A-E685-469B-17B3-6788E4C5C74D}"/>
                </a:ext>
              </a:extLst>
            </p:cNvPr>
            <p:cNvSpPr txBox="1"/>
            <p:nvPr/>
          </p:nvSpPr>
          <p:spPr>
            <a:xfrm>
              <a:off x="7728482" y="465482"/>
              <a:ext cx="894033" cy="369332"/>
            </a:xfrm>
            <a:prstGeom prst="rect">
              <a:avLst/>
            </a:prstGeom>
            <a:noFill/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Layers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DABE5FB-4340-DF20-ABBC-BA092E399534}"/>
                </a:ext>
              </a:extLst>
            </p:cNvPr>
            <p:cNvCxnSpPr>
              <a:cxnSpLocks/>
            </p:cNvCxnSpPr>
            <p:nvPr/>
          </p:nvCxnSpPr>
          <p:spPr>
            <a:xfrm>
              <a:off x="6931161" y="1942077"/>
              <a:ext cx="2323478" cy="154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A4D1405-AAA6-4F77-314D-E98B0C308D2F}"/>
                </a:ext>
              </a:extLst>
            </p:cNvPr>
            <p:cNvCxnSpPr>
              <a:cxnSpLocks/>
            </p:cNvCxnSpPr>
            <p:nvPr/>
          </p:nvCxnSpPr>
          <p:spPr>
            <a:xfrm>
              <a:off x="6961311" y="3683673"/>
              <a:ext cx="2323478" cy="154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9CCAD0C-904E-85E8-2293-12F0CCBBB636}"/>
                </a:ext>
              </a:extLst>
            </p:cNvPr>
            <p:cNvCxnSpPr>
              <a:cxnSpLocks/>
            </p:cNvCxnSpPr>
            <p:nvPr/>
          </p:nvCxnSpPr>
          <p:spPr>
            <a:xfrm>
              <a:off x="6957231" y="4300613"/>
              <a:ext cx="2297408" cy="15485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Left Brace 57">
              <a:extLst>
                <a:ext uri="{FF2B5EF4-FFF2-40B4-BE49-F238E27FC236}">
                  <a16:creationId xmlns:a16="http://schemas.microsoft.com/office/drawing/2014/main" id="{EDF4C00B-9CE7-DC15-3C92-EAFED6E8B6D1}"/>
                </a:ext>
              </a:extLst>
            </p:cNvPr>
            <p:cNvSpPr/>
            <p:nvPr/>
          </p:nvSpPr>
          <p:spPr>
            <a:xfrm rot="10800000">
              <a:off x="9282544" y="1086032"/>
              <a:ext cx="266903" cy="4478604"/>
            </a:xfrm>
            <a:prstGeom prst="leftBrace">
              <a:avLst>
                <a:gd name="adj1" fmla="val 8333"/>
                <a:gd name="adj2" fmla="val 4829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7FC6484-1DF6-E0EB-B08B-8D02AE44E7F8}"/>
                </a:ext>
              </a:extLst>
            </p:cNvPr>
            <p:cNvSpPr txBox="1"/>
            <p:nvPr/>
          </p:nvSpPr>
          <p:spPr>
            <a:xfrm rot="5400000">
              <a:off x="9232935" y="3235616"/>
              <a:ext cx="1053302" cy="369332"/>
            </a:xfrm>
            <a:prstGeom prst="rect">
              <a:avLst/>
            </a:prstGeom>
            <a:noFill/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Contrast</a:t>
              </a: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ED17AD8-04FB-F2D0-3327-C711B3E214E6}"/>
              </a:ext>
            </a:extLst>
          </p:cNvPr>
          <p:cNvCxnSpPr>
            <a:stCxn id="40" idx="3"/>
            <a:endCxn id="51" idx="1"/>
          </p:cNvCxnSpPr>
          <p:nvPr/>
        </p:nvCxnSpPr>
        <p:spPr>
          <a:xfrm>
            <a:off x="6416088" y="650148"/>
            <a:ext cx="1312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495984B-976F-B3FF-4866-58DD757FF7E4}"/>
              </a:ext>
            </a:extLst>
          </p:cNvPr>
          <p:cNvCxnSpPr>
            <a:stCxn id="51" idx="3"/>
            <a:endCxn id="59" idx="1"/>
          </p:cNvCxnSpPr>
          <p:nvPr/>
        </p:nvCxnSpPr>
        <p:spPr>
          <a:xfrm>
            <a:off x="8622515" y="650148"/>
            <a:ext cx="1137071" cy="22434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378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60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Science and Technology Facilities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Buts, Alex (STFC,RAL,ISIS)</dc:creator>
  <cp:lastModifiedBy>Buts, Alex (STFC,RAL,ISIS)</cp:lastModifiedBy>
  <cp:revision>7</cp:revision>
  <dcterms:created xsi:type="dcterms:W3CDTF">2025-08-22T13:49:58Z</dcterms:created>
  <dcterms:modified xsi:type="dcterms:W3CDTF">2025-08-27T08:51:28Z</dcterms:modified>
</cp:coreProperties>
</file>