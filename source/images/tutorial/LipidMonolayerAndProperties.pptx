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6" autoAdjust="0"/>
    <p:restoredTop sz="94660"/>
  </p:normalViewPr>
  <p:slideViewPr>
    <p:cSldViewPr snapToGrid="0">
      <p:cViewPr varScale="1">
        <p:scale>
          <a:sx n="142" d="100"/>
          <a:sy n="142" d="100"/>
        </p:scale>
        <p:origin x="96" y="31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772B08-EA24-7FEB-2C2D-5B7C6D28F7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0B5031-5EEF-8DD5-F901-2E1972A05A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190658-AC4B-B03F-CA55-3D55940454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A57C-03BA-4B61-AE4A-2D7B848FC893}" type="datetimeFigureOut">
              <a:rPr lang="en-GB" smtClean="0"/>
              <a:t>22/08/2025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67554-8599-9607-AAB5-4867D3BFC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4144E3-8DD4-3032-24A7-F6B1E8D09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8A32-5F26-455D-B0D5-DD7A28D99C7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0551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3D3F6-EA82-AADD-AF6D-84C8F40A8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FB5477-C0D8-F199-43D3-694B0A22B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B97F30-1B01-5DFD-869B-DEABC3F51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A57C-03BA-4B61-AE4A-2D7B848FC893}" type="datetimeFigureOut">
              <a:rPr lang="en-GB" smtClean="0"/>
              <a:t>22/08/2025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CF5520-F5FA-D146-5758-45F9B8C30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66A039-DF81-8F34-0CDD-5B9877384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8A32-5F26-455D-B0D5-DD7A28D99C7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63108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EE017-A0C1-64D2-1EFD-CD6AB8B17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D1B56C-FB3C-6994-44F0-D7A4A7324C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87550-2DCF-853F-DBF4-EE6B121EF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A57C-03BA-4B61-AE4A-2D7B848FC893}" type="datetimeFigureOut">
              <a:rPr lang="en-GB" smtClean="0"/>
              <a:t>22/08/2025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6D89A7-0464-D7F5-6ACF-567E9E3D3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151DA9-97A9-9154-E439-36B6D7527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8A32-5F26-455D-B0D5-DD7A28D99C7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8313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05BFE-EB04-1076-A647-CE27275B6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CBB3B-2E50-B04A-2A2E-5A9990ACA9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3CD532-26C1-18FB-4BEF-02136A8066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41D92E-75FD-9BA2-C389-68041185D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A57C-03BA-4B61-AE4A-2D7B848FC893}" type="datetimeFigureOut">
              <a:rPr lang="en-GB" smtClean="0"/>
              <a:t>22/08/2025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01B283-5368-36E5-F0E0-D63413A35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C432A8-56CB-16CB-B219-7C06B8E5F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8A32-5F26-455D-B0D5-DD7A28D99C7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0229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04B02-523F-2935-EA4A-F04710275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D1C019-B170-57CD-A8EB-B2DB1387B4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39A85E-32A4-6E15-A302-178C796B42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6E91F4-5C79-2636-F141-2090BAFF0F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FD1866-BD2E-D2F7-05CF-BF99F9009F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264AAF-8D14-4054-5E22-5B29658BA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A57C-03BA-4B61-AE4A-2D7B848FC893}" type="datetimeFigureOut">
              <a:rPr lang="en-GB" smtClean="0"/>
              <a:t>22/08/2025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D27B84-5388-BCF8-9524-651736B94E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FDE4D8-84DA-F82F-5F40-1ABEDA84D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8A32-5F26-455D-B0D5-DD7A28D99C7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4847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D1DC4-C938-7C26-5637-F1087DA17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7A01BB-2B3C-F255-EA79-4B47E3988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A57C-03BA-4B61-AE4A-2D7B848FC893}" type="datetimeFigureOut">
              <a:rPr lang="en-GB" smtClean="0"/>
              <a:t>22/08/2025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651954-7F96-51B7-96F4-CA3CC7139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51C3F1-DFEB-DDBC-C6DF-5BFB2D864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8A32-5F26-455D-B0D5-DD7A28D99C7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33820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CCB840-02BD-C908-E524-22B064DF2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A57C-03BA-4B61-AE4A-2D7B848FC893}" type="datetimeFigureOut">
              <a:rPr lang="en-GB" smtClean="0"/>
              <a:t>22/08/2025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2AC30F-7327-5DC3-5784-DF65FF1A1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DC2451-96E4-0BA3-A22A-465953C42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8A32-5F26-455D-B0D5-DD7A28D99C7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772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1FE1F-9B81-2322-F558-E7B4AA77E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A4FDE-99C6-F677-69E0-E6731058C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BED029-65AE-5459-F948-789547F4FB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E3CC4A-6F31-13D5-C72A-E39938E8D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A57C-03BA-4B61-AE4A-2D7B848FC893}" type="datetimeFigureOut">
              <a:rPr lang="en-GB" smtClean="0"/>
              <a:t>22/08/2025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C92387-484A-C386-B21B-0CB0EEE23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D05A74-F5DB-70E9-614F-2F6BC9631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8A32-5F26-455D-B0D5-DD7A28D99C7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06553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AB068-024C-2A57-CCCC-D533476DA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2FF13A-7102-EF3B-5753-FACB82664E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B12498-7B34-99E1-197B-2236875C26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7DE9D-ED6E-C9C9-CCDA-CB1586DDB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A57C-03BA-4B61-AE4A-2D7B848FC893}" type="datetimeFigureOut">
              <a:rPr lang="en-GB" smtClean="0"/>
              <a:t>22/08/2025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B2AFA8-21E3-2392-32DD-63ADEEF5B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7C27E2-56CC-02B5-EF10-5EAD89EAB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8A32-5F26-455D-B0D5-DD7A28D99C7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5758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E0ABD-7B91-DE99-3FC4-2A1CBAAD7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25DC39-D52E-4452-D3BA-7D1E7CD149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B5498D-5AB6-FA82-15FE-0C0B54263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A57C-03BA-4B61-AE4A-2D7B848FC893}" type="datetimeFigureOut">
              <a:rPr lang="en-GB" smtClean="0"/>
              <a:t>22/08/2025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9C019-5EE1-C169-3530-989303FE6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ABFC82-AF44-05DB-D7E3-905DA0164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8A32-5F26-455D-B0D5-DD7A28D99C7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1078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7F652C-41E4-6DA5-CB25-EF652F3F3A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94C7D6-185D-E064-D524-8D65C63089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0B58CA-0135-3CAA-F17C-A10D2F946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A57C-03BA-4B61-AE4A-2D7B848FC893}" type="datetimeFigureOut">
              <a:rPr lang="en-GB" smtClean="0"/>
              <a:t>22/08/2025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8A491A-8BE8-F971-B5BB-206B3A9F5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9D6CB3-7C7C-F31A-0D96-AB2EDD609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8A32-5F26-455D-B0D5-DD7A28D99C7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0232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EA4F9C-4429-331B-8B8B-3B47D3C50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8F8FCF-A550-A539-A55D-C3942FAAFD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51A837-E13D-561B-1870-C9A61A7B75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3A57C-03BA-4B61-AE4A-2D7B848FC893}" type="datetimeFigureOut">
              <a:rPr lang="en-GB" smtClean="0"/>
              <a:t>22/08/2025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78174D-7B97-AC92-CC72-AF9A800888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7A1E20-E05C-6A02-C677-AB42960525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1F8A32-5F26-455D-B0D5-DD7A28D99C7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10153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roup 59">
            <a:extLst>
              <a:ext uri="{FF2B5EF4-FFF2-40B4-BE49-F238E27FC236}">
                <a16:creationId xmlns:a16="http://schemas.microsoft.com/office/drawing/2014/main" id="{AFE60BFD-BCC6-B157-33CF-D5FD9BA91020}"/>
              </a:ext>
            </a:extLst>
          </p:cNvPr>
          <p:cNvGrpSpPr/>
          <p:nvPr/>
        </p:nvGrpSpPr>
        <p:grpSpPr>
          <a:xfrm>
            <a:off x="99614" y="465482"/>
            <a:ext cx="9844638" cy="5253493"/>
            <a:chOff x="99614" y="465482"/>
            <a:chExt cx="9844638" cy="5253493"/>
          </a:xfrm>
        </p:grpSpPr>
        <p:pic>
          <p:nvPicPr>
            <p:cNvPr id="5" name="Picture 4" descr="Diagram of a diagram of a diagram&#10;&#10;AI-generated content may be incorrect.">
              <a:extLst>
                <a:ext uri="{FF2B5EF4-FFF2-40B4-BE49-F238E27FC236}">
                  <a16:creationId xmlns:a16="http://schemas.microsoft.com/office/drawing/2014/main" id="{8FAD5090-B465-B84E-D905-232E2BA6D9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614" y="1758574"/>
              <a:ext cx="4424941" cy="3960401"/>
            </a:xfrm>
            <a:prstGeom prst="rect">
              <a:avLst/>
            </a:prstGeom>
          </p:spPr>
        </p:pic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C3590B4-26E7-47F9-B5BF-2D3FB85AD51D}"/>
                </a:ext>
              </a:extLst>
            </p:cNvPr>
            <p:cNvGrpSpPr/>
            <p:nvPr/>
          </p:nvGrpSpPr>
          <p:grpSpPr>
            <a:xfrm>
              <a:off x="4617071" y="2218265"/>
              <a:ext cx="2218925" cy="1374554"/>
              <a:chOff x="4617071" y="2232935"/>
              <a:chExt cx="2218925" cy="1374554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176BEC1D-6AC7-47D1-E5A4-79BF7B4A8AE9}"/>
                  </a:ext>
                </a:extLst>
              </p:cNvPr>
              <p:cNvSpPr/>
              <p:nvPr/>
            </p:nvSpPr>
            <p:spPr>
              <a:xfrm>
                <a:off x="4617072" y="2591526"/>
                <a:ext cx="2218923" cy="30050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GB" dirty="0"/>
                  <a:t>Thickness:1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979252D-6A8F-5E23-AD2B-287FF5BDD8C7}"/>
                  </a:ext>
                </a:extLst>
              </p:cNvPr>
              <p:cNvSpPr/>
              <p:nvPr/>
            </p:nvSpPr>
            <p:spPr>
              <a:xfrm>
                <a:off x="4617073" y="2954599"/>
                <a:ext cx="2218923" cy="30050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r>
                  <a:rPr lang="en-GB" dirty="0"/>
                  <a:t>SLD:1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354CE8AA-E6EC-7C74-ECFD-2B0D87BD5509}"/>
                  </a:ext>
                </a:extLst>
              </p:cNvPr>
              <p:cNvSpPr/>
              <p:nvPr/>
            </p:nvSpPr>
            <p:spPr>
              <a:xfrm>
                <a:off x="4617073" y="2232935"/>
                <a:ext cx="2218923" cy="30050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r>
                  <a:rPr lang="en-GB" dirty="0"/>
                  <a:t>Roughness:0-1</a:t>
                </a: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A5625AF8-48A6-772C-4426-02C22EBA7E54}"/>
                  </a:ext>
                </a:extLst>
              </p:cNvPr>
              <p:cNvSpPr/>
              <p:nvPr/>
            </p:nvSpPr>
            <p:spPr>
              <a:xfrm>
                <a:off x="4617071" y="3306982"/>
                <a:ext cx="2218923" cy="30050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r>
                  <a:rPr lang="en-GB" dirty="0"/>
                  <a:t>hydration:1</a:t>
                </a: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FF27861C-41B6-03BD-606E-BFA1AC1E8127}"/>
                </a:ext>
              </a:extLst>
            </p:cNvPr>
            <p:cNvGrpSpPr/>
            <p:nvPr/>
          </p:nvGrpSpPr>
          <p:grpSpPr>
            <a:xfrm>
              <a:off x="4617072" y="3738774"/>
              <a:ext cx="2218924" cy="452982"/>
              <a:chOff x="4617072" y="2232935"/>
              <a:chExt cx="2218924" cy="1035617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B43B18E5-B835-476F-EB9A-6CA4304FB524}"/>
                  </a:ext>
                </a:extLst>
              </p:cNvPr>
              <p:cNvSpPr/>
              <p:nvPr/>
            </p:nvSpPr>
            <p:spPr>
              <a:xfrm>
                <a:off x="4617072" y="2600490"/>
                <a:ext cx="2218923" cy="30050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GB" dirty="0"/>
                  <a:t>Prop: Thickness:2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6868C586-7607-8306-C82E-CFDAFCF1DBDA}"/>
                  </a:ext>
                </a:extLst>
              </p:cNvPr>
              <p:cNvSpPr/>
              <p:nvPr/>
            </p:nvSpPr>
            <p:spPr>
              <a:xfrm>
                <a:off x="4617073" y="2968045"/>
                <a:ext cx="2218923" cy="30050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r>
                  <a:rPr lang="en-GB" dirty="0"/>
                  <a:t>Prop: SLD:2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A6647DC-7CEE-BC33-714B-BE31EB8E5E43}"/>
                  </a:ext>
                </a:extLst>
              </p:cNvPr>
              <p:cNvSpPr/>
              <p:nvPr/>
            </p:nvSpPr>
            <p:spPr>
              <a:xfrm>
                <a:off x="4617073" y="2232935"/>
                <a:ext cx="2218923" cy="30050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r>
                  <a:rPr lang="en-GB" dirty="0"/>
                  <a:t>Prop: Roughness:</a:t>
                </a:r>
                <a:r>
                  <a:rPr lang="en-GB" sz="1600" dirty="0"/>
                  <a:t>1-2</a:t>
                </a:r>
                <a:endParaRPr lang="en-GB" dirty="0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FF61835D-0974-3716-EA1A-78C1C411F7BC}"/>
                </a:ext>
              </a:extLst>
            </p:cNvPr>
            <p:cNvGrpSpPr/>
            <p:nvPr/>
          </p:nvGrpSpPr>
          <p:grpSpPr>
            <a:xfrm>
              <a:off x="4621892" y="4458312"/>
              <a:ext cx="2218924" cy="1037838"/>
              <a:chOff x="4621892" y="4458312"/>
              <a:chExt cx="2218924" cy="1037838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F5BDC73-0204-41DE-00C3-075E416FD4EA}"/>
                  </a:ext>
                </a:extLst>
              </p:cNvPr>
              <p:cNvSpPr/>
              <p:nvPr/>
            </p:nvSpPr>
            <p:spPr>
              <a:xfrm>
                <a:off x="4621892" y="5195643"/>
                <a:ext cx="2218923" cy="300507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>
                <a:solidFill>
                  <a:schemeClr val="accent1">
                    <a:shade val="15000"/>
                  </a:schemeClr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GB" dirty="0"/>
                  <a:t>Prop: Thickness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009FB5D4-2FE2-8654-4B43-23C40A69498E}"/>
                  </a:ext>
                </a:extLst>
              </p:cNvPr>
              <p:cNvSpPr/>
              <p:nvPr/>
            </p:nvSpPr>
            <p:spPr>
              <a:xfrm>
                <a:off x="4621892" y="4825867"/>
                <a:ext cx="2218923" cy="30050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r>
                  <a:rPr lang="en-GB" dirty="0"/>
                  <a:t>Prop: SLD-Out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302BFBA0-D743-9319-06ED-6AEA51F76F4D}"/>
                  </a:ext>
                </a:extLst>
              </p:cNvPr>
              <p:cNvSpPr/>
              <p:nvPr/>
            </p:nvSpPr>
            <p:spPr>
              <a:xfrm>
                <a:off x="4621893" y="4458312"/>
                <a:ext cx="2218923" cy="30050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r>
                  <a:rPr lang="en-GB" dirty="0"/>
                  <a:t>Prop: Roughness:</a:t>
                </a:r>
                <a:r>
                  <a:rPr lang="en-GB" sz="1600" dirty="0"/>
                  <a:t>2-3</a:t>
                </a:r>
                <a:endParaRPr lang="en-GB" dirty="0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05474C2-48F7-7B75-3E91-9FB9740B9752}"/>
                </a:ext>
              </a:extLst>
            </p:cNvPr>
            <p:cNvGrpSpPr/>
            <p:nvPr/>
          </p:nvGrpSpPr>
          <p:grpSpPr>
            <a:xfrm>
              <a:off x="4617072" y="1156683"/>
              <a:ext cx="2218924" cy="668062"/>
              <a:chOff x="4617072" y="2600490"/>
              <a:chExt cx="2218924" cy="668062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DC93C2CE-8EED-D123-53F9-DE321702EA41}"/>
                  </a:ext>
                </a:extLst>
              </p:cNvPr>
              <p:cNvSpPr/>
              <p:nvPr/>
            </p:nvSpPr>
            <p:spPr>
              <a:xfrm>
                <a:off x="4617072" y="2600490"/>
                <a:ext cx="2218923" cy="300507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GB" dirty="0"/>
                  <a:t>Thickness:0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07E6E3C6-C113-8C0D-AD31-48833658D176}"/>
                  </a:ext>
                </a:extLst>
              </p:cNvPr>
              <p:cNvSpPr/>
              <p:nvPr/>
            </p:nvSpPr>
            <p:spPr>
              <a:xfrm>
                <a:off x="4617073" y="2968045"/>
                <a:ext cx="2218923" cy="30050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r>
                  <a:rPr lang="en-GB" dirty="0"/>
                  <a:t>SLD:0</a:t>
                </a:r>
              </a:p>
            </p:txBody>
          </p:sp>
        </p:grp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4F5B6745-B9E4-C666-072C-EB0AE0F03021}"/>
                </a:ext>
              </a:extLst>
            </p:cNvPr>
            <p:cNvCxnSpPr>
              <a:cxnSpLocks/>
            </p:cNvCxnSpPr>
            <p:nvPr/>
          </p:nvCxnSpPr>
          <p:spPr>
            <a:xfrm>
              <a:off x="4524555" y="1095730"/>
              <a:ext cx="0" cy="4542661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0345DE6-431C-ECAF-F293-8D3F8846CBB8}"/>
                </a:ext>
              </a:extLst>
            </p:cNvPr>
            <p:cNvCxnSpPr>
              <a:cxnSpLocks/>
            </p:cNvCxnSpPr>
            <p:nvPr/>
          </p:nvCxnSpPr>
          <p:spPr>
            <a:xfrm>
              <a:off x="6970277" y="1095730"/>
              <a:ext cx="0" cy="4542661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8B6049B-4C93-8738-C989-A60BEB1ABEBE}"/>
                </a:ext>
              </a:extLst>
            </p:cNvPr>
            <p:cNvCxnSpPr>
              <a:cxnSpLocks/>
            </p:cNvCxnSpPr>
            <p:nvPr/>
          </p:nvCxnSpPr>
          <p:spPr>
            <a:xfrm>
              <a:off x="4524555" y="1926597"/>
              <a:ext cx="2445721" cy="15485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2A03079-503B-D99A-E2A3-A6C7B3A45CAD}"/>
                </a:ext>
              </a:extLst>
            </p:cNvPr>
            <p:cNvCxnSpPr>
              <a:cxnSpLocks/>
            </p:cNvCxnSpPr>
            <p:nvPr/>
          </p:nvCxnSpPr>
          <p:spPr>
            <a:xfrm>
              <a:off x="4529445" y="3662088"/>
              <a:ext cx="2445721" cy="15485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71985D1-3F2D-536D-9654-9A68DE4EF4FC}"/>
                </a:ext>
              </a:extLst>
            </p:cNvPr>
            <p:cNvCxnSpPr>
              <a:cxnSpLocks/>
            </p:cNvCxnSpPr>
            <p:nvPr/>
          </p:nvCxnSpPr>
          <p:spPr>
            <a:xfrm>
              <a:off x="4534335" y="4277807"/>
              <a:ext cx="2445721" cy="15485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Left Brace 38">
              <a:extLst>
                <a:ext uri="{FF2B5EF4-FFF2-40B4-BE49-F238E27FC236}">
                  <a16:creationId xmlns:a16="http://schemas.microsoft.com/office/drawing/2014/main" id="{97140ED2-1D03-AC1C-0537-04BA91123838}"/>
                </a:ext>
              </a:extLst>
            </p:cNvPr>
            <p:cNvSpPr/>
            <p:nvPr/>
          </p:nvSpPr>
          <p:spPr>
            <a:xfrm rot="5400000">
              <a:off x="5613965" y="-270279"/>
              <a:ext cx="266903" cy="2445722"/>
            </a:xfrm>
            <a:prstGeom prst="leftBrace">
              <a:avLst>
                <a:gd name="adj1" fmla="val 8333"/>
                <a:gd name="adj2" fmla="val 4829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188AD4A-29DF-2F44-5303-DE07ECC7E362}"/>
                </a:ext>
              </a:extLst>
            </p:cNvPr>
            <p:cNvSpPr txBox="1"/>
            <p:nvPr/>
          </p:nvSpPr>
          <p:spPr>
            <a:xfrm>
              <a:off x="5207680" y="465482"/>
              <a:ext cx="12084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Properties</a:t>
              </a:r>
            </a:p>
          </p:txBody>
        </p:sp>
        <p:sp>
          <p:nvSpPr>
            <p:cNvPr id="41" name="Left Brace 40">
              <a:extLst>
                <a:ext uri="{FF2B5EF4-FFF2-40B4-BE49-F238E27FC236}">
                  <a16:creationId xmlns:a16="http://schemas.microsoft.com/office/drawing/2014/main" id="{B0EF802B-7D0E-1656-1319-0F7937ABCFD4}"/>
                </a:ext>
              </a:extLst>
            </p:cNvPr>
            <p:cNvSpPr/>
            <p:nvPr/>
          </p:nvSpPr>
          <p:spPr>
            <a:xfrm rot="10800000">
              <a:off x="7013890" y="1086033"/>
              <a:ext cx="266903" cy="855232"/>
            </a:xfrm>
            <a:prstGeom prst="leftBrace">
              <a:avLst>
                <a:gd name="adj1" fmla="val 8333"/>
                <a:gd name="adj2" fmla="val 4829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Left Brace 41">
              <a:extLst>
                <a:ext uri="{FF2B5EF4-FFF2-40B4-BE49-F238E27FC236}">
                  <a16:creationId xmlns:a16="http://schemas.microsoft.com/office/drawing/2014/main" id="{B4ACDC91-A79C-EE09-B42D-8CBE48EDAE8B}"/>
                </a:ext>
              </a:extLst>
            </p:cNvPr>
            <p:cNvSpPr/>
            <p:nvPr/>
          </p:nvSpPr>
          <p:spPr>
            <a:xfrm rot="10800000">
              <a:off x="7020212" y="1941265"/>
              <a:ext cx="266903" cy="1736308"/>
            </a:xfrm>
            <a:prstGeom prst="leftBrace">
              <a:avLst>
                <a:gd name="adj1" fmla="val 8333"/>
                <a:gd name="adj2" fmla="val 4829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Left Brace 42">
              <a:extLst>
                <a:ext uri="{FF2B5EF4-FFF2-40B4-BE49-F238E27FC236}">
                  <a16:creationId xmlns:a16="http://schemas.microsoft.com/office/drawing/2014/main" id="{30B4E0B2-BB88-296E-325E-EBD5EB050874}"/>
                </a:ext>
              </a:extLst>
            </p:cNvPr>
            <p:cNvSpPr/>
            <p:nvPr/>
          </p:nvSpPr>
          <p:spPr>
            <a:xfrm rot="10800000">
              <a:off x="7013889" y="3677573"/>
              <a:ext cx="266903" cy="615719"/>
            </a:xfrm>
            <a:prstGeom prst="leftBrace">
              <a:avLst>
                <a:gd name="adj1" fmla="val 8333"/>
                <a:gd name="adj2" fmla="val 4829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Left Brace 43">
              <a:extLst>
                <a:ext uri="{FF2B5EF4-FFF2-40B4-BE49-F238E27FC236}">
                  <a16:creationId xmlns:a16="http://schemas.microsoft.com/office/drawing/2014/main" id="{1E5AC417-636E-8017-C415-77F754FCE6D0}"/>
                </a:ext>
              </a:extLst>
            </p:cNvPr>
            <p:cNvSpPr/>
            <p:nvPr/>
          </p:nvSpPr>
          <p:spPr>
            <a:xfrm rot="10800000">
              <a:off x="7007565" y="4308772"/>
              <a:ext cx="266903" cy="1187377"/>
            </a:xfrm>
            <a:prstGeom prst="leftBrace">
              <a:avLst>
                <a:gd name="adj1" fmla="val 8333"/>
                <a:gd name="adj2" fmla="val 4829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9DE49990-ED80-400A-A198-E221B15325E3}"/>
                </a:ext>
              </a:extLst>
            </p:cNvPr>
            <p:cNvSpPr txBox="1"/>
            <p:nvPr/>
          </p:nvSpPr>
          <p:spPr>
            <a:xfrm>
              <a:off x="7287115" y="1350013"/>
              <a:ext cx="17767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Layer 0 (Bulk-in)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F67C67A-E47E-616C-1E24-192C18C476DF}"/>
                </a:ext>
              </a:extLst>
            </p:cNvPr>
            <p:cNvSpPr txBox="1"/>
            <p:nvPr/>
          </p:nvSpPr>
          <p:spPr>
            <a:xfrm>
              <a:off x="7283035" y="2631961"/>
              <a:ext cx="8967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Layer 1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3341BDB-6EF0-E74A-A798-F50403A1B9E1}"/>
                </a:ext>
              </a:extLst>
            </p:cNvPr>
            <p:cNvSpPr txBox="1"/>
            <p:nvPr/>
          </p:nvSpPr>
          <p:spPr>
            <a:xfrm>
              <a:off x="7308295" y="3796549"/>
              <a:ext cx="8967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Layer 2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C205B101-35AF-920C-D793-C2029B5DB48D}"/>
                </a:ext>
              </a:extLst>
            </p:cNvPr>
            <p:cNvSpPr txBox="1"/>
            <p:nvPr/>
          </p:nvSpPr>
          <p:spPr>
            <a:xfrm>
              <a:off x="7289545" y="4726418"/>
              <a:ext cx="19675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Layer 3 (Bulk-Out)</a:t>
              </a:r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E8E33E4F-DE61-C5B6-CCF9-C9D6F9FCFCE8}"/>
                </a:ext>
              </a:extLst>
            </p:cNvPr>
            <p:cNvCxnSpPr>
              <a:cxnSpLocks/>
            </p:cNvCxnSpPr>
            <p:nvPr/>
          </p:nvCxnSpPr>
          <p:spPr>
            <a:xfrm>
              <a:off x="9254639" y="1062316"/>
              <a:ext cx="0" cy="4542661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Left Brace 49">
              <a:extLst>
                <a:ext uri="{FF2B5EF4-FFF2-40B4-BE49-F238E27FC236}">
                  <a16:creationId xmlns:a16="http://schemas.microsoft.com/office/drawing/2014/main" id="{52F3D989-7646-3815-073A-E4DB48D74795}"/>
                </a:ext>
              </a:extLst>
            </p:cNvPr>
            <p:cNvSpPr/>
            <p:nvPr/>
          </p:nvSpPr>
          <p:spPr>
            <a:xfrm rot="5400000">
              <a:off x="7991233" y="-191228"/>
              <a:ext cx="266903" cy="2259913"/>
            </a:xfrm>
            <a:prstGeom prst="leftBrace">
              <a:avLst>
                <a:gd name="adj1" fmla="val 8333"/>
                <a:gd name="adj2" fmla="val 4829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D7DBD2A-E685-469B-17B3-6788E4C5C74D}"/>
                </a:ext>
              </a:extLst>
            </p:cNvPr>
            <p:cNvSpPr txBox="1"/>
            <p:nvPr/>
          </p:nvSpPr>
          <p:spPr>
            <a:xfrm>
              <a:off x="7614287" y="505413"/>
              <a:ext cx="8940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Layers</a:t>
              </a:r>
            </a:p>
          </p:txBody>
        </p: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8DABE5FB-4340-DF20-ABBC-BA092E399534}"/>
                </a:ext>
              </a:extLst>
            </p:cNvPr>
            <p:cNvCxnSpPr>
              <a:cxnSpLocks/>
            </p:cNvCxnSpPr>
            <p:nvPr/>
          </p:nvCxnSpPr>
          <p:spPr>
            <a:xfrm>
              <a:off x="6931161" y="1942077"/>
              <a:ext cx="2323478" cy="15485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FA4D1405-AAA6-4F77-314D-E98B0C308D2F}"/>
                </a:ext>
              </a:extLst>
            </p:cNvPr>
            <p:cNvCxnSpPr>
              <a:cxnSpLocks/>
            </p:cNvCxnSpPr>
            <p:nvPr/>
          </p:nvCxnSpPr>
          <p:spPr>
            <a:xfrm>
              <a:off x="6961311" y="3683673"/>
              <a:ext cx="2323478" cy="15485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C9CCAD0C-904E-85E8-2293-12F0CCBBB636}"/>
                </a:ext>
              </a:extLst>
            </p:cNvPr>
            <p:cNvCxnSpPr>
              <a:cxnSpLocks/>
            </p:cNvCxnSpPr>
            <p:nvPr/>
          </p:nvCxnSpPr>
          <p:spPr>
            <a:xfrm>
              <a:off x="6957231" y="4300613"/>
              <a:ext cx="2297408" cy="15485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Left Brace 57">
              <a:extLst>
                <a:ext uri="{FF2B5EF4-FFF2-40B4-BE49-F238E27FC236}">
                  <a16:creationId xmlns:a16="http://schemas.microsoft.com/office/drawing/2014/main" id="{EDF4C00B-9CE7-DC15-3C92-EAFED6E8B6D1}"/>
                </a:ext>
              </a:extLst>
            </p:cNvPr>
            <p:cNvSpPr/>
            <p:nvPr/>
          </p:nvSpPr>
          <p:spPr>
            <a:xfrm rot="10800000">
              <a:off x="9282544" y="1086032"/>
              <a:ext cx="266903" cy="4478604"/>
            </a:xfrm>
            <a:prstGeom prst="leftBrace">
              <a:avLst>
                <a:gd name="adj1" fmla="val 8333"/>
                <a:gd name="adj2" fmla="val 4829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57FC6484-1DF6-E0EB-B08B-8D02AE44E7F8}"/>
                </a:ext>
              </a:extLst>
            </p:cNvPr>
            <p:cNvSpPr txBox="1"/>
            <p:nvPr/>
          </p:nvSpPr>
          <p:spPr>
            <a:xfrm rot="5400000">
              <a:off x="9232935" y="3235616"/>
              <a:ext cx="10533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Contrast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933785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61</Words>
  <Application>Microsoft Office PowerPoint</Application>
  <PresentationFormat>Widescreen</PresentationFormat>
  <Paragraphs>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Science and Technology Facilities Council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Buts, Alex (STFC,RAL,ISIS)</dc:creator>
  <cp:lastModifiedBy>Buts, Alex (STFC,RAL,ISIS)</cp:lastModifiedBy>
  <cp:revision>2</cp:revision>
  <dcterms:created xsi:type="dcterms:W3CDTF">2025-08-22T13:49:58Z</dcterms:created>
  <dcterms:modified xsi:type="dcterms:W3CDTF">2025-08-22T15:20:49Z</dcterms:modified>
</cp:coreProperties>
</file>